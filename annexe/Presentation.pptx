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9" r:id="rId3"/>
    <p:sldId id="260" r:id="rId4"/>
    <p:sldId id="261" r:id="rId5"/>
    <p:sldId id="262" r:id="rId6"/>
    <p:sldId id="257" r:id="rId7"/>
    <p:sldId id="263" r:id="rId8"/>
    <p:sldId id="264" r:id="rId9"/>
    <p:sldId id="265" r:id="rId10"/>
    <p:sldId id="258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FE2C82-2EF5-4777-BFE7-0DA03B66031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B4EB37C-65E1-4320-A1C8-6A01837487C0}">
      <dgm:prSet/>
      <dgm:spPr/>
      <dgm:t>
        <a:bodyPr/>
        <a:lstStyle/>
        <a:p>
          <a:r>
            <a:rPr lang="fr-CH"/>
            <a:t>Création du fichier pour le matériels nécessaires </a:t>
          </a:r>
          <a:endParaRPr lang="en-US"/>
        </a:p>
      </dgm:t>
    </dgm:pt>
    <dgm:pt modelId="{9BE07BCD-4549-4F8C-AF28-63EE5C9C4E01}" type="parTrans" cxnId="{F60DAC35-B5F4-4D45-8776-DFD4BBF18DD6}">
      <dgm:prSet/>
      <dgm:spPr/>
      <dgm:t>
        <a:bodyPr/>
        <a:lstStyle/>
        <a:p>
          <a:endParaRPr lang="en-US"/>
        </a:p>
      </dgm:t>
    </dgm:pt>
    <dgm:pt modelId="{2878D96C-055C-4654-A12B-EEA45CF78BEB}" type="sibTrans" cxnId="{F60DAC35-B5F4-4D45-8776-DFD4BBF18DD6}">
      <dgm:prSet/>
      <dgm:spPr/>
      <dgm:t>
        <a:bodyPr/>
        <a:lstStyle/>
        <a:p>
          <a:endParaRPr lang="en-US"/>
        </a:p>
      </dgm:t>
    </dgm:pt>
    <dgm:pt modelId="{B1743F7D-99B5-4190-BA02-2DE7073F6B59}">
      <dgm:prSet/>
      <dgm:spPr/>
      <dgm:t>
        <a:bodyPr/>
        <a:lstStyle/>
        <a:p>
          <a:r>
            <a:rPr lang="fr-CH"/>
            <a:t>Création du fichier avec le retour de M. Sahli</a:t>
          </a:r>
          <a:endParaRPr lang="en-US"/>
        </a:p>
      </dgm:t>
    </dgm:pt>
    <dgm:pt modelId="{88A11634-6DAA-47B0-BCB7-935FA0C593AC}" type="parTrans" cxnId="{A3F5E842-2F80-45F4-9299-6DB77CFEC81D}">
      <dgm:prSet/>
      <dgm:spPr/>
      <dgm:t>
        <a:bodyPr/>
        <a:lstStyle/>
        <a:p>
          <a:endParaRPr lang="en-US"/>
        </a:p>
      </dgm:t>
    </dgm:pt>
    <dgm:pt modelId="{D0440B15-D985-4006-9BEE-DF79E11AAFD7}" type="sibTrans" cxnId="{A3F5E842-2F80-45F4-9299-6DB77CFEC81D}">
      <dgm:prSet/>
      <dgm:spPr/>
      <dgm:t>
        <a:bodyPr/>
        <a:lstStyle/>
        <a:p>
          <a:endParaRPr lang="en-US"/>
        </a:p>
      </dgm:t>
    </dgm:pt>
    <dgm:pt modelId="{DE564F7C-45E9-46C7-901E-E3EB90DB5F0C}" type="pres">
      <dgm:prSet presAssocID="{CEFE2C82-2EF5-4777-BFE7-0DA03B660312}" presName="root" presStyleCnt="0">
        <dgm:presLayoutVars>
          <dgm:dir/>
          <dgm:resizeHandles val="exact"/>
        </dgm:presLayoutVars>
      </dgm:prSet>
      <dgm:spPr/>
    </dgm:pt>
    <dgm:pt modelId="{6A42CE9E-23B5-4FD0-BB55-804F57B4272A}" type="pres">
      <dgm:prSet presAssocID="{7B4EB37C-65E1-4320-A1C8-6A01837487C0}" presName="compNode" presStyleCnt="0"/>
      <dgm:spPr/>
    </dgm:pt>
    <dgm:pt modelId="{279B3533-5314-450C-A22D-72FAE911C470}" type="pres">
      <dgm:prSet presAssocID="{7B4EB37C-65E1-4320-A1C8-6A01837487C0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1B85644A-60A1-43A7-9C06-F988AFB9A402}" type="pres">
      <dgm:prSet presAssocID="{7B4EB37C-65E1-4320-A1C8-6A01837487C0}" presName="spaceRect" presStyleCnt="0"/>
      <dgm:spPr/>
    </dgm:pt>
    <dgm:pt modelId="{16685366-0A94-42C3-A8CB-193F2F5363F7}" type="pres">
      <dgm:prSet presAssocID="{7B4EB37C-65E1-4320-A1C8-6A01837487C0}" presName="textRect" presStyleLbl="revTx" presStyleIdx="0" presStyleCnt="2">
        <dgm:presLayoutVars>
          <dgm:chMax val="1"/>
          <dgm:chPref val="1"/>
        </dgm:presLayoutVars>
      </dgm:prSet>
      <dgm:spPr/>
    </dgm:pt>
    <dgm:pt modelId="{F499BA24-3DEC-4A05-BF9C-AA48C49F6CD9}" type="pres">
      <dgm:prSet presAssocID="{2878D96C-055C-4654-A12B-EEA45CF78BEB}" presName="sibTrans" presStyleCnt="0"/>
      <dgm:spPr/>
    </dgm:pt>
    <dgm:pt modelId="{19808E52-4748-4BB3-AF06-17E3A78D4C5A}" type="pres">
      <dgm:prSet presAssocID="{B1743F7D-99B5-4190-BA02-2DE7073F6B59}" presName="compNode" presStyleCnt="0"/>
      <dgm:spPr/>
    </dgm:pt>
    <dgm:pt modelId="{A6DE06F4-093C-43DD-98EE-E2813756FCB4}" type="pres">
      <dgm:prSet presAssocID="{B1743F7D-99B5-4190-BA02-2DE7073F6B59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ouer"/>
        </a:ext>
      </dgm:extLst>
    </dgm:pt>
    <dgm:pt modelId="{AD5C9213-8655-48FE-BB06-2349664ABCCC}" type="pres">
      <dgm:prSet presAssocID="{B1743F7D-99B5-4190-BA02-2DE7073F6B59}" presName="spaceRect" presStyleCnt="0"/>
      <dgm:spPr/>
    </dgm:pt>
    <dgm:pt modelId="{D0ACE368-23CF-4CBE-847E-EE16D07F7549}" type="pres">
      <dgm:prSet presAssocID="{B1743F7D-99B5-4190-BA02-2DE7073F6B5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60DAC35-B5F4-4D45-8776-DFD4BBF18DD6}" srcId="{CEFE2C82-2EF5-4777-BFE7-0DA03B660312}" destId="{7B4EB37C-65E1-4320-A1C8-6A01837487C0}" srcOrd="0" destOrd="0" parTransId="{9BE07BCD-4549-4F8C-AF28-63EE5C9C4E01}" sibTransId="{2878D96C-055C-4654-A12B-EEA45CF78BEB}"/>
    <dgm:cxn modelId="{A3F5E842-2F80-45F4-9299-6DB77CFEC81D}" srcId="{CEFE2C82-2EF5-4777-BFE7-0DA03B660312}" destId="{B1743F7D-99B5-4190-BA02-2DE7073F6B59}" srcOrd="1" destOrd="0" parTransId="{88A11634-6DAA-47B0-BCB7-935FA0C593AC}" sibTransId="{D0440B15-D985-4006-9BEE-DF79E11AAFD7}"/>
    <dgm:cxn modelId="{CA2BFC42-7C9B-44C8-9E4B-0E7B57A51C34}" type="presOf" srcId="{CEFE2C82-2EF5-4777-BFE7-0DA03B660312}" destId="{DE564F7C-45E9-46C7-901E-E3EB90DB5F0C}" srcOrd="0" destOrd="0" presId="urn:microsoft.com/office/officeart/2018/2/layout/IconLabelList"/>
    <dgm:cxn modelId="{0C5983B8-8CFA-40AB-B7F8-14B3D80ABFD1}" type="presOf" srcId="{B1743F7D-99B5-4190-BA02-2DE7073F6B59}" destId="{D0ACE368-23CF-4CBE-847E-EE16D07F7549}" srcOrd="0" destOrd="0" presId="urn:microsoft.com/office/officeart/2018/2/layout/IconLabelList"/>
    <dgm:cxn modelId="{12F80CBD-6A7F-4AF3-83A0-F70929F529EE}" type="presOf" srcId="{7B4EB37C-65E1-4320-A1C8-6A01837487C0}" destId="{16685366-0A94-42C3-A8CB-193F2F5363F7}" srcOrd="0" destOrd="0" presId="urn:microsoft.com/office/officeart/2018/2/layout/IconLabelList"/>
    <dgm:cxn modelId="{519AAF2E-1F25-4B74-A0DC-73E854D23896}" type="presParOf" srcId="{DE564F7C-45E9-46C7-901E-E3EB90DB5F0C}" destId="{6A42CE9E-23B5-4FD0-BB55-804F57B4272A}" srcOrd="0" destOrd="0" presId="urn:microsoft.com/office/officeart/2018/2/layout/IconLabelList"/>
    <dgm:cxn modelId="{53ABF2F3-6E33-4FC4-978C-F5641DA39145}" type="presParOf" srcId="{6A42CE9E-23B5-4FD0-BB55-804F57B4272A}" destId="{279B3533-5314-450C-A22D-72FAE911C470}" srcOrd="0" destOrd="0" presId="urn:microsoft.com/office/officeart/2018/2/layout/IconLabelList"/>
    <dgm:cxn modelId="{786736A8-2F1C-4149-9561-0D96F420CA03}" type="presParOf" srcId="{6A42CE9E-23B5-4FD0-BB55-804F57B4272A}" destId="{1B85644A-60A1-43A7-9C06-F988AFB9A402}" srcOrd="1" destOrd="0" presId="urn:microsoft.com/office/officeart/2018/2/layout/IconLabelList"/>
    <dgm:cxn modelId="{04253BBB-80AF-4972-84BB-C18D3678D9FD}" type="presParOf" srcId="{6A42CE9E-23B5-4FD0-BB55-804F57B4272A}" destId="{16685366-0A94-42C3-A8CB-193F2F5363F7}" srcOrd="2" destOrd="0" presId="urn:microsoft.com/office/officeart/2018/2/layout/IconLabelList"/>
    <dgm:cxn modelId="{DF585AE8-B493-4CC9-BD9B-ACE70AF97D10}" type="presParOf" srcId="{DE564F7C-45E9-46C7-901E-E3EB90DB5F0C}" destId="{F499BA24-3DEC-4A05-BF9C-AA48C49F6CD9}" srcOrd="1" destOrd="0" presId="urn:microsoft.com/office/officeart/2018/2/layout/IconLabelList"/>
    <dgm:cxn modelId="{D4FA4EC5-0136-4C10-B1DB-5CE92DB62713}" type="presParOf" srcId="{DE564F7C-45E9-46C7-901E-E3EB90DB5F0C}" destId="{19808E52-4748-4BB3-AF06-17E3A78D4C5A}" srcOrd="2" destOrd="0" presId="urn:microsoft.com/office/officeart/2018/2/layout/IconLabelList"/>
    <dgm:cxn modelId="{38705AAF-B537-4FFF-A1C1-487B83B4BE91}" type="presParOf" srcId="{19808E52-4748-4BB3-AF06-17E3A78D4C5A}" destId="{A6DE06F4-093C-43DD-98EE-E2813756FCB4}" srcOrd="0" destOrd="0" presId="urn:microsoft.com/office/officeart/2018/2/layout/IconLabelList"/>
    <dgm:cxn modelId="{CAC0B1FE-56C2-45A3-9EBE-AD3EB93959C4}" type="presParOf" srcId="{19808E52-4748-4BB3-AF06-17E3A78D4C5A}" destId="{AD5C9213-8655-48FE-BB06-2349664ABCCC}" srcOrd="1" destOrd="0" presId="urn:microsoft.com/office/officeart/2018/2/layout/IconLabelList"/>
    <dgm:cxn modelId="{E55F9AEF-7DCD-4E06-84A9-F7063DCBF755}" type="presParOf" srcId="{19808E52-4748-4BB3-AF06-17E3A78D4C5A}" destId="{D0ACE368-23CF-4CBE-847E-EE16D07F754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9B3533-5314-450C-A22D-72FAE911C470}">
      <dsp:nvSpPr>
        <dsp:cNvPr id="0" name=""/>
        <dsp:cNvSpPr/>
      </dsp:nvSpPr>
      <dsp:spPr>
        <a:xfrm>
          <a:off x="2068474" y="316490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685366-0A94-42C3-A8CB-193F2F5363F7}">
      <dsp:nvSpPr>
        <dsp:cNvPr id="0" name=""/>
        <dsp:cNvSpPr/>
      </dsp:nvSpPr>
      <dsp:spPr>
        <a:xfrm>
          <a:off x="880474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600" kern="1200"/>
            <a:t>Création du fichier pour le matériels nécessaires </a:t>
          </a:r>
          <a:endParaRPr lang="en-US" sz="2600" kern="1200"/>
        </a:p>
      </dsp:txBody>
      <dsp:txXfrm>
        <a:off x="880474" y="2730647"/>
        <a:ext cx="4320000" cy="720000"/>
      </dsp:txXfrm>
    </dsp:sp>
    <dsp:sp modelId="{A6DE06F4-093C-43DD-98EE-E2813756FCB4}">
      <dsp:nvSpPr>
        <dsp:cNvPr id="0" name=""/>
        <dsp:cNvSpPr/>
      </dsp:nvSpPr>
      <dsp:spPr>
        <a:xfrm>
          <a:off x="7144475" y="316490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ACE368-23CF-4CBE-847E-EE16D07F7549}">
      <dsp:nvSpPr>
        <dsp:cNvPr id="0" name=""/>
        <dsp:cNvSpPr/>
      </dsp:nvSpPr>
      <dsp:spPr>
        <a:xfrm>
          <a:off x="5956475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600" kern="1200"/>
            <a:t>Création du fichier avec le retour de M. Sahli</a:t>
          </a:r>
          <a:endParaRPr lang="en-US" sz="2600" kern="1200"/>
        </a:p>
      </dsp:txBody>
      <dsp:txXfrm>
        <a:off x="5956475" y="273064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5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1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2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5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91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16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6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5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0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reate.kahoot.it/share/x-portesouvertes-bauchard-buzzer-quiz/13bce810-5c9e-422c-8d9d-d6591684c67d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A867FE0F-5C8F-4DC7-D114-ED5E4AE2ED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858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66243BD-8875-0056-FE12-4DBF2A07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9055898" cy="3290107"/>
          </a:xfrm>
        </p:spPr>
        <p:txBody>
          <a:bodyPr anchor="t">
            <a:normAutofit/>
          </a:bodyPr>
          <a:lstStyle/>
          <a:p>
            <a:r>
              <a:rPr lang="fr-CH" sz="4700" b="1" dirty="0">
                <a:solidFill>
                  <a:srgbClr val="FFFFFF"/>
                </a:solidFill>
              </a:rPr>
              <a:t>DemoMot</a:t>
            </a:r>
            <a:r>
              <a:rPr lang="fr-CH" sz="4700" dirty="0">
                <a:solidFill>
                  <a:srgbClr val="FFFFFF"/>
                </a:solidFill>
              </a:rPr>
              <a:t>/Portes Ouvertes</a:t>
            </a:r>
            <a:r>
              <a:rPr lang="fr-CH" sz="4700" b="1" dirty="0">
                <a:solidFill>
                  <a:srgbClr val="FFFFFF"/>
                </a:solidFill>
              </a:rPr>
              <a:t> 2025-2026</a:t>
            </a:r>
            <a:endParaRPr lang="fr-CH" sz="47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E53596-B080-A0D7-1608-ADEB88BFD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fr-CH" sz="2400">
                <a:solidFill>
                  <a:srgbClr val="FFFFFF"/>
                </a:solidFill>
              </a:rPr>
              <a:t>Agashae Premakumar</a:t>
            </a:r>
          </a:p>
          <a:p>
            <a:r>
              <a:rPr lang="fr-CH" sz="2400">
                <a:solidFill>
                  <a:srgbClr val="FFFFFF"/>
                </a:solidFill>
              </a:rPr>
              <a:t>CIN1D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5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D894843-3D1F-45BD-DF89-B0EE380FC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/>
              <a:t>Buzzer</a:t>
            </a:r>
            <a:endParaRPr lang="fr-CH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C0054-0C20-4F7D-DF95-8DDE257CB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 dirty="0"/>
              <a:t>Aider à la création du </a:t>
            </a:r>
            <a:r>
              <a:rPr lang="fr-CH" dirty="0" err="1"/>
              <a:t>Kahoot</a:t>
            </a:r>
            <a:r>
              <a:rPr lang="fr-CH" dirty="0"/>
              <a:t> avec Liam Bauchard : </a:t>
            </a:r>
            <a:r>
              <a:rPr lang="fr-CH" dirty="0">
                <a:hlinkClick r:id="rId2"/>
              </a:rPr>
              <a:t>https://create.kahoot.it/share/x-portesouvertes-bauchard-buzzer-quiz/13bce810-5c9e-422c-8d9d-d6591684c67d</a:t>
            </a:r>
            <a:endParaRPr lang="fr-CH" dirty="0"/>
          </a:p>
          <a:p>
            <a:endParaRPr lang="fr-CH" dirty="0"/>
          </a:p>
        </p:txBody>
      </p:sp>
      <p:pic>
        <p:nvPicPr>
          <p:cNvPr id="4" name="Image 3" descr="Kahoot Logo, symbol, meaning, history, PNG, brand">
            <a:extLst>
              <a:ext uri="{FF2B5EF4-FFF2-40B4-BE49-F238E27FC236}">
                <a16:creationId xmlns:a16="http://schemas.microsoft.com/office/drawing/2014/main" id="{9B336863-7BFD-C7BD-DAE2-2A2FBE9205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029" r="23043" b="2"/>
          <a:stretch>
            <a:fillRect/>
          </a:stretch>
        </p:blipFill>
        <p:spPr>
          <a:xfrm>
            <a:off x="5958018" y="508090"/>
            <a:ext cx="5709726" cy="584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DAD9EE-4B23-643B-4DC1-F77898C6B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 dirty="0"/>
              <a:t>Cadavre Exquis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C1AD1-F3F2-AE6A-95A3-A307D8511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 dirty="0"/>
              <a:t>Aider à la création du fichier Word d’aide au code avec Noah</a:t>
            </a:r>
          </a:p>
        </p:txBody>
      </p:sp>
      <p:pic>
        <p:nvPicPr>
          <p:cNvPr id="4" name="Image 3" descr="Images sur Logo internet : Téléchargement gratuit sur ...">
            <a:extLst>
              <a:ext uri="{FF2B5EF4-FFF2-40B4-BE49-F238E27FC236}">
                <a16:creationId xmlns:a16="http://schemas.microsoft.com/office/drawing/2014/main" id="{2F941A74-9099-850C-004F-AD72CCC970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" r="1186" b="-3"/>
          <a:stretch>
            <a:fillRect/>
          </a:stretch>
        </p:blipFill>
        <p:spPr>
          <a:xfrm>
            <a:off x="5958018" y="508090"/>
            <a:ext cx="5709726" cy="584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69C35A0-150C-6CDA-942E-F691CBDAC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fr-CH"/>
              <a:t>Imposteur</a:t>
            </a:r>
            <a:endParaRPr lang="fr-CH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790571E-7720-0DCF-754F-2C36BA047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68" y="2749818"/>
            <a:ext cx="5639091" cy="3171988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A53BE3-7655-4799-6A30-70C3111FC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/>
          </a:bodyPr>
          <a:lstStyle/>
          <a:p>
            <a:r>
              <a:rPr lang="fr-CH" dirty="0"/>
              <a:t>Création du CdC </a:t>
            </a:r>
          </a:p>
          <a:p>
            <a:r>
              <a:rPr lang="fr-CH" dirty="0"/>
              <a:t>Création de la banque à questions</a:t>
            </a:r>
          </a:p>
        </p:txBody>
      </p:sp>
    </p:spTree>
    <p:extLst>
      <p:ext uri="{BB962C8B-B14F-4D97-AF65-F5344CB8AC3E}">
        <p14:creationId xmlns:p14="http://schemas.microsoft.com/office/powerpoint/2010/main" val="17346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751B5CA-B9A9-A6CE-2C2A-398EB24CE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fr-CH" dirty="0"/>
              <a:t>Annexes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6C2D27C-7317-AC61-36A9-D627CE3EA9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076837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48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7DEAC92-ADF9-6A1D-98C0-0E77062EE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4" t="1615" b="181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33CF7B-BA68-278B-A783-54828C4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5731580"/>
            <a:ext cx="11686033" cy="980116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H" dirty="0"/>
              <a:t>Projet DemoMot 2025-2026</a:t>
            </a:r>
          </a:p>
        </p:txBody>
      </p:sp>
    </p:spTree>
    <p:extLst>
      <p:ext uri="{BB962C8B-B14F-4D97-AF65-F5344CB8AC3E}">
        <p14:creationId xmlns:p14="http://schemas.microsoft.com/office/powerpoint/2010/main" val="144488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419E0-15C6-46E7-70B2-34653D77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88F4B-426E-9596-B618-28846F9E3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Éduquer par l'Espace</a:t>
            </a:r>
          </a:p>
          <a:p>
            <a:pPr lvl="1"/>
            <a:r>
              <a:rPr lang="fr-CH" dirty="0"/>
              <a:t>AgaMoon est un site web éducatif dédié à la Lune. </a:t>
            </a:r>
          </a:p>
          <a:p>
            <a:pPr lvl="1"/>
            <a:r>
              <a:rPr lang="fr-CH" dirty="0"/>
              <a:t>Le projet explore quatre piliers : les données physiques, les phases lunaires, l'histoire de l'exploration et une galerie de photos authentiques.</a:t>
            </a:r>
          </a:p>
          <a:p>
            <a:r>
              <a:rPr lang="fr-CH" b="1" dirty="0"/>
              <a:t>Langages &amp; Standards</a:t>
            </a:r>
          </a:p>
          <a:p>
            <a:r>
              <a:rPr lang="fr-CH" dirty="0"/>
              <a:t>Développement pur en </a:t>
            </a:r>
            <a:r>
              <a:rPr lang="fr-CH" b="1" dirty="0"/>
              <a:t>HTML5</a:t>
            </a:r>
            <a:r>
              <a:rPr lang="fr-CH" dirty="0"/>
              <a:t> et </a:t>
            </a:r>
            <a:r>
              <a:rPr lang="fr-CH" b="1" dirty="0"/>
              <a:t>CSS3</a:t>
            </a:r>
            <a:r>
              <a:rPr lang="fr-CH" dirty="0"/>
              <a:t> pour garantir une structure sémantique et un design moderne et responsive.</a:t>
            </a:r>
          </a:p>
          <a:p>
            <a:r>
              <a:rPr lang="fr-CH" b="1" dirty="0"/>
              <a:t>Environnement</a:t>
            </a:r>
          </a:p>
          <a:p>
            <a:r>
              <a:rPr lang="fr-CH" dirty="0"/>
              <a:t>Utilisation de </a:t>
            </a:r>
            <a:r>
              <a:rPr lang="fr-CH" b="1" dirty="0"/>
              <a:t>Visual Studio Code</a:t>
            </a:r>
            <a:r>
              <a:rPr lang="fr-CH" dirty="0"/>
              <a:t> comme IDE principal, optimisé pour un workflow fluide entre le code et le rendu navigateur.</a:t>
            </a:r>
          </a:p>
        </p:txBody>
      </p:sp>
    </p:spTree>
    <p:extLst>
      <p:ext uri="{BB962C8B-B14F-4D97-AF65-F5344CB8AC3E}">
        <p14:creationId xmlns:p14="http://schemas.microsoft.com/office/powerpoint/2010/main" val="3353841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CDB58D-7818-6269-97FE-DB12D816E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Cahier des charges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3D744-E38A-8D6D-6C85-1B94E33E8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Données Scientifiques :</a:t>
            </a:r>
            <a:r>
              <a:rPr lang="fr-CH" dirty="0"/>
              <a:t> Affichage d'informations générales précises sur la Lune.</a:t>
            </a:r>
          </a:p>
          <a:p>
            <a:r>
              <a:rPr lang="fr-CH" b="1" dirty="0"/>
              <a:t>Cycle Lunaire :</a:t>
            </a:r>
            <a:r>
              <a:rPr lang="fr-CH" dirty="0"/>
              <a:t> Présentation des huit phases avec illustrations dédiées.</a:t>
            </a:r>
          </a:p>
          <a:p>
            <a:r>
              <a:rPr lang="fr-CH" b="1" dirty="0"/>
              <a:t>Galerie Visuelle :</a:t>
            </a:r>
            <a:r>
              <a:rPr lang="fr-CH" dirty="0"/>
              <a:t> Mise à disposition d'une banque d'images astronomiques.</a:t>
            </a:r>
          </a:p>
          <a:p>
            <a:r>
              <a:rPr lang="fr-CH" b="1" dirty="0"/>
              <a:t>UX Intuitive :</a:t>
            </a:r>
            <a:r>
              <a:rPr lang="fr-CH" dirty="0"/>
              <a:t> Navigation simple et fluide sur une seule page (Single Page).</a:t>
            </a:r>
          </a:p>
          <a:p>
            <a:r>
              <a:rPr lang="fr-CH" b="1" dirty="0"/>
              <a:t>Adaptabilité :</a:t>
            </a:r>
            <a:r>
              <a:rPr lang="fr-CH" dirty="0"/>
              <a:t> Design 100% responsive pour tous types d'écrans.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207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AE247B-784E-CA2F-2D02-4273E4449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b="0" dirty="0"/>
              <a:t>Extrait du Journal de Travail</a:t>
            </a:r>
            <a:br>
              <a:rPr lang="fr-CH" b="0" dirty="0"/>
            </a:br>
            <a:br>
              <a:rPr lang="fr-CH" dirty="0"/>
            </a:b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84144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7C1362-236A-6BAD-A329-94810AF9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E0744-9D9A-00B0-9E8E-D0320984E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7"/>
            <a:ext cx="5021182" cy="33095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AstroLab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44115A-CC4B-00F3-04DA-D24F28C4E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4482450"/>
            <a:ext cx="5040785" cy="17240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i="1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 en python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70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193FF-2B7B-BC23-F6D7-D4653651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121C98-EC16-3C52-8342-E449BCD3F2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Apprendre un nouveau langage : Python</a:t>
            </a:r>
          </a:p>
          <a:p>
            <a:r>
              <a:rPr lang="fr-CH" dirty="0"/>
              <a:t>Faire un projet avec des calculs</a:t>
            </a:r>
          </a:p>
        </p:txBody>
      </p:sp>
    </p:spTree>
    <p:extLst>
      <p:ext uri="{BB962C8B-B14F-4D97-AF65-F5344CB8AC3E}">
        <p14:creationId xmlns:p14="http://schemas.microsoft.com/office/powerpoint/2010/main" val="3658721233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252</Words>
  <Application>Microsoft Office PowerPoint</Application>
  <PresentationFormat>Grand écran</PresentationFormat>
  <Paragraphs>34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Bierstadt</vt:lpstr>
      <vt:lpstr>GestaltVTI</vt:lpstr>
      <vt:lpstr>DemoMot/Portes Ouvertes 2025-2026</vt:lpstr>
      <vt:lpstr>Buzzer</vt:lpstr>
      <vt:lpstr>Cadavre Exquis</vt:lpstr>
      <vt:lpstr>Imposteur</vt:lpstr>
      <vt:lpstr>Annexes</vt:lpstr>
      <vt:lpstr>Projet DemoMot 2025-2026</vt:lpstr>
      <vt:lpstr>Pourquoi ce projet ?</vt:lpstr>
      <vt:lpstr>Cahier des charges</vt:lpstr>
      <vt:lpstr>Extrait du Journal de Travail  </vt:lpstr>
      <vt:lpstr>AstroLab</vt:lpstr>
      <vt:lpstr>Pourquoi ce projet ?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Agashae Premakumar</dc:creator>
  <cp:lastModifiedBy>Agashae Premakumar</cp:lastModifiedBy>
  <cp:revision>21</cp:revision>
  <dcterms:created xsi:type="dcterms:W3CDTF">2026-06-17T10:30:51Z</dcterms:created>
  <dcterms:modified xsi:type="dcterms:W3CDTF">2026-06-19T11:46:59Z</dcterms:modified>
</cp:coreProperties>
</file>