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7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67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87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6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78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9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12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6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9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74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38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6243BD-8875-0056-FE12-4DBF2A07C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fr-CH" sz="5800" b="1"/>
              <a:t>Projet informatique</a:t>
            </a:r>
            <a:endParaRPr lang="fr-CH" sz="58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E53596-B080-A0D7-1608-ADEB88BFD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fr-CH"/>
              <a:t>Agashae Premakumar</a:t>
            </a:r>
          </a:p>
          <a:p>
            <a:r>
              <a:rPr lang="fr-CH"/>
              <a:t>CIN1D</a:t>
            </a:r>
            <a:endParaRPr lang="fr-CH" dirty="0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A867FE0F-5C8F-4DC7-D114-ED5E4AE2ED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36" r="26778" b="2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15116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Grandview Display</vt:lpstr>
      <vt:lpstr>DashVTI</vt:lpstr>
      <vt:lpstr>Projet informatique</vt:lpstr>
    </vt:vector>
  </TitlesOfParts>
  <Company>DGEP - Etat de Vaud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Agashae Premakumar</dc:creator>
  <cp:lastModifiedBy>Agashae Premakumar</cp:lastModifiedBy>
  <cp:revision>3</cp:revision>
  <dcterms:created xsi:type="dcterms:W3CDTF">2026-06-17T10:30:51Z</dcterms:created>
  <dcterms:modified xsi:type="dcterms:W3CDTF">2026-06-17T10:34:29Z</dcterms:modified>
</cp:coreProperties>
</file>